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7863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GUIOSPRO_FLOSS</a:t>
            </a:r>
          </a:p>
          <a:p>
            <a:pPr algn="ctr">
              <a:spcBef>
                <a:spcPts val="1400"/>
              </a:spcBef>
              <a:defRPr sz="2000">
                <a:solidFill>
                  <a:srgbClr val="CCFBF1"/>
                </a:solidFill>
              </a:defRPr>
            </a:pPr>
            <a:r>
              <a:t>Diseño y uso de la base de datos</a:t>
            </a:r>
            <a:br/>
            <a:r>
              <a:t>Método GUIOSAD · Exposición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766E"/>
                </a:solidFill>
              </a:defRPr>
            </a:pPr>
            <a:r>
              <a:t>1. 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De archivos CSV a un modelo relacional persistente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GUIOSPRO evalúa adopción de software FLOSS (método GUIOSAD).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Problema: solo CSV — sin usuarios, historial ni re-evaluaciones.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Objetivo: explicar diseño y uso de la base de datos.</a:t>
            </a:r>
          </a:p>
        </p:txBody>
      </p:sp>
      <p:pic>
        <p:nvPicPr>
          <p:cNvPr id="6" name="Picture 5" descr="csv_vs_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43000"/>
            <a:ext cx="5394960" cy="23296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DD4B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Modelo de datos</a:t>
            </a:r>
          </a:p>
          <a:p>
            <a:pPr>
              <a:defRPr sz="1800">
                <a:solidFill>
                  <a:srgbClr val="CCFBF1"/>
                </a:solidFill>
              </a:defRPr>
            </a:pPr>
            <a:r>
              <a:t>Nivel conceptual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766E"/>
                </a:solidFill>
              </a:defRPr>
            </a:pPr>
            <a:r>
              <a:t>Entidades del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Organización · Usuario · Catálogo · Evaluación · Respuestas · Auditoría</a:t>
            </a:r>
          </a:p>
        </p:txBody>
      </p:sp>
      <p:pic>
        <p:nvPicPr>
          <p:cNvPr id="5" name="Picture 4" descr="er_concep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229600" cy="46515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Catálogo fijo (GUIOSAD) + evaluaciones variables por cliente.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FBF1"/>
                </a:solidFill>
              </a:defRPr>
            </a:pPr>
            <a:r>
              <a:t>Diseño lógico — 9 tablas agrupadas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Seguridad · Catálogo · Evaluaciones · Trazabilidad</a:t>
            </a:r>
          </a:p>
        </p:txBody>
      </p:sp>
      <p:pic>
        <p:nvPicPr>
          <p:cNvPr id="4" name="Picture 3" descr="nueve_tab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229600" cy="2805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766E"/>
                </a:solidFill>
              </a:defRPr>
            </a:pPr>
            <a:r>
              <a:t>Flujo de datos — Evaluación de Odoo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Del borrador a la recomendación A / B / C</a:t>
            </a:r>
          </a:p>
        </p:txBody>
      </p:sp>
      <p:pic>
        <p:nvPicPr>
          <p:cNvPr id="5" name="Picture 4" descr="flujo_od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229600" cy="39277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766E"/>
                </a:solidFill>
              </a:defRPr>
            </a:pPr>
            <a:r>
              <a:t>Tres reglas de negocio en la 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Integridad referencial y trazabilidad</a:t>
            </a:r>
          </a:p>
        </p:txBody>
      </p:sp>
      <p:pic>
        <p:nvPicPr>
          <p:cNvPr id="5" name="Picture 4" descr="reglas_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229600" cy="31796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Ejemplo: Eval #10 (Odoo) → Eval #25 (padre_id=10, reevaluación #2).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7863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Gracias</a:t>
            </a:r>
          </a:p>
          <a:p>
            <a:pPr algn="ctr">
              <a:spcBef>
                <a:spcPts val="1400"/>
              </a:spcBef>
              <a:defRPr sz="2000">
                <a:solidFill>
                  <a:srgbClr val="CCFBF1"/>
                </a:solidFill>
              </a:defRPr>
            </a:pPr>
            <a:r>
              <a:t>GUIOSPRO_FLOSS · SQLite · SQLAlchemy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